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073852ae394f7d" /><Relationship Type="http://schemas.openxmlformats.org/officeDocument/2006/relationships/extended-properties" Target="/docProps/app.xml" Id="Ra139c94a59a14c6d" /><Relationship Type="http://schemas.openxmlformats.org/officeDocument/2006/relationships/officeDocument" Target="/ppt/presentation.xml" Id="Rba625b6397e4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4be10f91e4440"/>
  </p:sldMasterIdLst>
  <p:notesMasterIdLst>
    <p:notesMasterId xmlns:r="http://schemas.openxmlformats.org/officeDocument/2006/relationships" r:id="Rfda5dea434324334"/>
  </p:notesMasterIdLst>
  <p:sldIdLst>
    <p:sldId xmlns:r="http://schemas.openxmlformats.org/officeDocument/2006/relationships" id="256" r:id="R18018300eb3e4424"/>
    <p:sldId xmlns:r="http://schemas.openxmlformats.org/officeDocument/2006/relationships" id="257" r:id="R73f5b0128347422a"/>
    <p:sldId xmlns:r="http://schemas.openxmlformats.org/officeDocument/2006/relationships" id="258" r:id="R4ad7615c64ff44b2"/>
    <p:sldId xmlns:r="http://schemas.openxmlformats.org/officeDocument/2006/relationships" id="259" r:id="R31e1c8bc314f47a8"/>
    <p:sldId xmlns:r="http://schemas.openxmlformats.org/officeDocument/2006/relationships" id="260" r:id="Rf2071457219d4e86"/>
    <p:sldId xmlns:r="http://schemas.openxmlformats.org/officeDocument/2006/relationships" id="261" r:id="Rfe75cb9d66cd465b"/>
    <p:sldId xmlns:r="http://schemas.openxmlformats.org/officeDocument/2006/relationships" id="262" r:id="Ra48feaa9da95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45529e93f24282" /><Relationship Type="http://schemas.openxmlformats.org/officeDocument/2006/relationships/slideMaster" Target="/ppt/slideMasters/slideMaster1.xml" Id="R2004be10f91e4440" /><Relationship Type="http://schemas.openxmlformats.org/officeDocument/2006/relationships/notesMaster" Target="/ppt/notesMasters/notesMaster1.xml" Id="Rfda5dea434324334" /><Relationship Type="http://schemas.openxmlformats.org/officeDocument/2006/relationships/presProps" Target="/ppt/presProps.xml" Id="R201daa4f69b04008" /><Relationship Type="http://schemas.openxmlformats.org/officeDocument/2006/relationships/tableStyles" Target="/ppt/tableStyles.xml" Id="Rf89257dcf54744d5" /><Relationship Type="http://schemas.openxmlformats.org/officeDocument/2006/relationships/slide" Target="/ppt/slides/slide1.xml" Id="R18018300eb3e4424" /><Relationship Type="http://schemas.openxmlformats.org/officeDocument/2006/relationships/slide" Target="/ppt/slides/slide2.xml" Id="R73f5b0128347422a" /><Relationship Type="http://schemas.openxmlformats.org/officeDocument/2006/relationships/slide" Target="/ppt/slides/slide3.xml" Id="R4ad7615c64ff44b2" /><Relationship Type="http://schemas.openxmlformats.org/officeDocument/2006/relationships/slide" Target="/ppt/slides/slide4.xml" Id="R31e1c8bc314f47a8" /><Relationship Type="http://schemas.openxmlformats.org/officeDocument/2006/relationships/slide" Target="/ppt/slides/slide5.xml" Id="Rf2071457219d4e86" /><Relationship Type="http://schemas.openxmlformats.org/officeDocument/2006/relationships/slide" Target="/ppt/slides/slide6.xml" Id="Rfe75cb9d66cd465b" /><Relationship Type="http://schemas.openxmlformats.org/officeDocument/2006/relationships/slide" Target="/ppt/slides/slide7.xml" Id="Ra48feaa9da95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0ce301ab045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9b1a5db444167" /><Relationship Type="http://schemas.openxmlformats.org/officeDocument/2006/relationships/notesMaster" Target="/ppt/notesMasters/notesMaster1.xml" Id="R287a42ae0343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cd7133eb54caa" /><Relationship Type="http://schemas.openxmlformats.org/officeDocument/2006/relationships/notesMaster" Target="/ppt/notesMasters/notesMaster1.xml" Id="Re5cd70cce44b43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5b6b151fd9431b" /><Relationship Type="http://schemas.openxmlformats.org/officeDocument/2006/relationships/notesMaster" Target="/ppt/notesMasters/notesMaster1.xml" Id="R211e955e79cb4c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3a2f79d7e04b93" /><Relationship Type="http://schemas.openxmlformats.org/officeDocument/2006/relationships/notesMaster" Target="/ppt/notesMasters/notesMaster1.xml" Id="Ra6ad50a5287344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d911b5218a4cc8" /><Relationship Type="http://schemas.openxmlformats.org/officeDocument/2006/relationships/notesMaster" Target="/ppt/notesMasters/notesMaster1.xml" Id="R3fa8245a335b45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50bddf352349e9" /><Relationship Type="http://schemas.openxmlformats.org/officeDocument/2006/relationships/notesMaster" Target="/ppt/notesMasters/notesMaster1.xml" Id="Rf547afe0331741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3bcda381fa4f38" /><Relationship Type="http://schemas.openxmlformats.org/officeDocument/2006/relationships/notesMaster" Target="/ppt/notesMasters/notesMaster1.xml" Id="R0c5121ddfc66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 everyone. We're Daniel, Marcus, and Trevelle, and our topic is the rise of AI coding assistants, especially GitHub Copilot.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Artificial intelligence is becoming a bigger part of software development. Programmers can use these tools to help with coding, fixing errors, and understanding complicated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Copilot can suggest code and answer programming questions. We're looking at what makes it useful, how it's changing programming, and the problems developers should be aware 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material: Daniel Lubimov, research-notes.md.</a:t>
            </a:r>
          </a:p>
          <a:p xmlns:a="http://schemas.openxmlformats.org/drawingml/2006/main">
            <a:r>
              <a:t>research-notes.md — 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event in our notes is GitHub's announcement of a new Copilot coding agent on May 19,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this, Copilot was mainly known for suggesting code while someone was programming. The newer coding agent can take on assigned tasks and make changes to a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can also create pull requests for developers to review. AI is starting to help with larger parts of a project, although a real developer still needs to check its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material: Daniel Lubimov, research-notes.md.</a:t>
            </a:r>
          </a:p>
          <a:p xmlns:a="http://schemas.openxmlformats.org/drawingml/2006/main">
            <a:r>
              <a:t>GitHub Blog — Copilot coding agent announcement</a:t>
            </a:r>
          </a:p>
          <a:p xmlns:a="http://schemas.openxmlformats.org/drawingml/2006/main">
            <a:r>
              <a:t>https://github.blog/news-insights/product-news/github-copilot-meet-the-new-coding-agent/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So, why would developers want to use it? One reason is saving time. AI can help write repetitive code so programmers can focus on more important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can also explain code or programming concepts that someone doesn't understand, suggest fixes when something isn't working, and help developers create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teamwork, tools like Copilot can suggest changes through pull requests, making it easier for teams to review them. That can make programming more convenient.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material: Daniel Lubimov, research-notes.md.</a:t>
            </a:r>
          </a:p>
          <a:p xmlns:a="http://schemas.openxmlformats.org/drawingml/2006/main">
            <a:r>
              <a:t>research-notes.md — Benefits of AI Coding Assistants</a:t>
            </a:r>
          </a:p>
          <a:p xmlns:a="http://schemas.openxmlformats.org/drawingml/2006/main">
            <a:r>
              <a:t>https://docs.github.com/en/copilot/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But these tools aren't always reliable. Sometimes AI generates code that looks correct but doesn't actually work, which is why checking the result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can also suggest code with security problems or give explanations that aren't accurate. Beginners might rely too much on AI instead of learning how to program themselves.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could become a problem when they need to solve something without assistance. Developers should always read, understand, and test AI-generated code before using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material: Daniel Lubimov, research-notes.md.</a:t>
            </a:r>
          </a:p>
          <a:p xmlns:a="http://schemas.openxmlformats.org/drawingml/2006/main">
            <a:r>
              <a:t>research-notes.md — Problems and Risks</a:t>
            </a:r>
          </a:p>
          <a:p xmlns:a="http://schemas.openxmlformats.org/drawingml/2006/main">
            <a:r>
              <a:t>https://docs.github.com/en/copilot/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2025 Stack Overflow Developer Survey shows how common AI tools have become. About 84 percent of respondents either use them or plan to use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the same time, around 46 percent said they distrust the accuracy of AI-generated results. So, interest in AI doesn't mean developers completely trust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Many developers are interested in these tools, but they still have concerns about how reliable they are. That's another reason human review remains important.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material: Daniel Lubimov, research-notes.md.</a:t>
            </a:r>
          </a:p>
          <a:p xmlns:a="http://schemas.openxmlformats.org/drawingml/2006/main">
            <a:r>
              <a:t>Stack Overflow Developer Survey 2025 — respondents</a:t>
            </a:r>
          </a:p>
          <a:p xmlns:a="http://schemas.openxmlformats.org/drawingml/2006/main">
            <a:r>
              <a:t>https://survey.stackoverflow.co/2025/ai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think AI coding assistants will continue becoming more common. They can save time, help people learn, and make certain programming tasks easier.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However, they shouldn't replace actual programming knowledge. Developers still need to understand what their code does and make sure it works correctly.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is a helpful tool, but the person using it is still responsible for the final result. Thanks for listening.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material: Daniel Lubimov, research-notes.md.</a:t>
            </a:r>
          </a:p>
          <a:p xmlns:a="http://schemas.openxmlformats.org/drawingml/2006/main">
            <a:r>
              <a:t>research-notes.md — Conclusion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material: Daniel Lubimov, research-notes.md.</a:t>
            </a:r>
          </a:p>
          <a:p xmlns:a="http://schemas.openxmlformats.org/drawingml/2006/main">
            <a:r>
              <a:t>Sources listed in Daniel's research-notes.md</a:t>
            </a:r>
          </a:p>
          <a:p xmlns:a="http://schemas.openxmlformats.org/drawingml/2006/main">
            <a:r>
              <a:t>https://github.blog/news-insights/product-news/github-copilot-meet-the-new-coding-agent/</a:t>
            </a:r>
          </a:p>
          <a:p xmlns:a="http://schemas.openxmlformats.org/drawingml/2006/main">
            <a:r>
              <a:t>https://survey.stackoverflow.co/2025/</a:t>
            </a:r>
          </a:p>
          <a:p xmlns:a="http://schemas.openxmlformats.org/drawingml/2006/main">
            <a:r>
              <a:t>https://docs.github.com/en/copilot/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3cc2678b543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96afe939a42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54c25136446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a4fe6b84547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e24b1504f4c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c78aab69244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D3309B-2EED-4002-9673-533D9C12F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49FE70-6BF4-46BE-B192-BBEDFA337B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CD003E-46E5-4A87-A939-DCB27F910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928FA4-980B-486A-9F9F-B52293254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13415F-E89D-4B7F-8F65-CA4106AC6C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E9029C-3B18-455D-A26C-7E1573F6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CC2F1B-F384-438B-B912-11FBF6D75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E22C49-46EA-45F6-BA1E-CCFF237939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43B576-E7FD-431A-B058-3226F65E4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ADF2E9-1761-4EAB-86DF-D953C13EF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88e6edc5d44e0e" /><Relationship Type="http://schemas.openxmlformats.org/officeDocument/2006/relationships/slideLayout" Target="/ppt/slideLayouts/slideLayout1.xml" Id="Rfb8129fb2ab146e0" /><Relationship Type="http://schemas.openxmlformats.org/officeDocument/2006/relationships/slideLayout" Target="/ppt/slideLayouts/slideLayout2.xml" Id="Rb3073aa19f1945e4" /><Relationship Type="http://schemas.openxmlformats.org/officeDocument/2006/relationships/slideLayout" Target="/ppt/slideLayouts/slideLayout3.xml" Id="Rc681abd7e96f46eb" /><Relationship Type="http://schemas.openxmlformats.org/officeDocument/2006/relationships/slideLayout" Target="/ppt/slideLayouts/slideLayout4.xml" Id="R6e4245d3beda46af" /><Relationship Type="http://schemas.openxmlformats.org/officeDocument/2006/relationships/slideLayout" Target="/ppt/slideLayouts/slideLayout5.xml" Id="Rf6dce323a11447fc" /><Relationship Type="http://schemas.openxmlformats.org/officeDocument/2006/relationships/slideLayout" Target="/ppt/slideLayouts/slideLayout6.xml" Id="R98ae1c23462e4c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8129fb2ab146e0"/>
    <p:sldLayoutId xmlns:r="http://schemas.openxmlformats.org/officeDocument/2006/relationships" id="2147483650" r:id="Rb3073aa19f1945e4"/>
    <p:sldLayoutId xmlns:r="http://schemas.openxmlformats.org/officeDocument/2006/relationships" id="2147483651" r:id="Rc681abd7e96f46eb"/>
    <p:sldLayoutId xmlns:r="http://schemas.openxmlformats.org/officeDocument/2006/relationships" id="2147483652" r:id="R6e4245d3beda46af"/>
    <p:sldLayoutId xmlns:r="http://schemas.openxmlformats.org/officeDocument/2006/relationships" id="2147483653" r:id="Rf6dce323a11447fc"/>
    <p:sldLayoutId xmlns:r="http://schemas.openxmlformats.org/officeDocument/2006/relationships" id="2147483654" r:id="R98ae1c23462e4c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7cdd0652c41bf" /><Relationship Type="http://schemas.openxmlformats.org/officeDocument/2006/relationships/notesSlide" Target="/ppt/notesSlides/notesSlide1.xml" Id="R94e37bf0892d44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7330f1b9945f8" /><Relationship Type="http://schemas.openxmlformats.org/officeDocument/2006/relationships/notesSlide" Target="/ppt/notesSlides/notesSlide2.xml" Id="R76b891b074fd47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07b80d32d4593" /><Relationship Type="http://schemas.openxmlformats.org/officeDocument/2006/relationships/notesSlide" Target="/ppt/notesSlides/notesSlide3.xml" Id="Rad50843a9a9f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18fcb0a8b4c43" /><Relationship Type="http://schemas.openxmlformats.org/officeDocument/2006/relationships/notesSlide" Target="/ppt/notesSlides/notesSlide4.xml" Id="R5ec23f8846e84d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164eb78284c0a" /><Relationship Type="http://schemas.openxmlformats.org/officeDocument/2006/relationships/notesSlide" Target="/ppt/notesSlides/notesSlide5.xml" Id="Ra8afd6f627464a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24d5d789b44eb" /><Relationship Type="http://schemas.openxmlformats.org/officeDocument/2006/relationships/notesSlide" Target="/ppt/notesSlides/notesSlide6.xml" Id="Rb86cef5776614f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906f44c1e40e8" /><Relationship Type="http://schemas.openxmlformats.org/officeDocument/2006/relationships/notesSlide" Target="/ppt/notesSlides/notesSlide7.xml" Id="R8bc65628ac84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84E25-0F1D-4551-9C12-098E24E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5B8FF"/>
                </a:solidFill>
                <a:latin typeface="Arial"/>
                <a:ea typeface="Arial"/>
                <a:cs typeface="Arial"/>
              </a:rPr>
              <a:t>GitHub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161C9-115F-4832-9F10-D240EF6C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The rise of AI</a:t>
            </a:r>
          </a:p>
          <a:p xmlns:a="http://schemas.openxmlformats.org/drawingml/2006/main">
            <a:pPr>
              <a:defRPr sz="57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coding assistants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E065C-A8BF-4DE7-B4D7-0B82E11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ED0"/>
                </a:solidFill>
                <a:latin typeface="Arial"/>
                <a:ea typeface="Arial"/>
                <a:cs typeface="Arial"/>
              </a:rPr>
              <a:t>Daniel Lubimov · Marcus Ghods · Trevelle Pain-Wilson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BD961-A05F-49A4-8359-6C76E53B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BED0"/>
                </a:solidFill>
                <a:latin typeface="Arial"/>
                <a:ea typeface="Arial"/>
                <a:cs typeface="Arial"/>
              </a:rPr>
              <a:t>CEP146 · Essential Tooling for Programmers</a:t>
            </a:r>
          </a:p>
        </p:txBody>
      </p:sp>
    </p:spTree>
    <p:extLst>
      <p:ext uri="{BB962C8B-B14F-4D97-AF65-F5344CB8AC3E}">
        <p14:creationId xmlns:p14="http://schemas.microsoft.com/office/powerpoint/2010/main" val="1937758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D6880-B6F8-477C-B724-C65C33B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GitHub Copilot coding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1DEA7-26DC-4674-B0EE-C8E7E317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245B3"/>
                </a:solidFill>
                <a:latin typeface="Arial"/>
                <a:ea typeface="Arial"/>
                <a:cs typeface="Arial"/>
              </a:rPr>
              <a:t>May 19,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1BA92-ECDF-4B75-BFB6-D39479E9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Take on assigned tasks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6CE3D-2500-4075-B956-205214D7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Make changes to a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AEAD8-FF33-44AE-BBE0-8D2EFD37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Create pull requests for developers to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55AD9-D90F-4B4C-9DEE-CC873E4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245B3"/>
                </a:solidFill>
                <a:latin typeface="Arial"/>
                <a:ea typeface="Arial"/>
                <a:cs typeface="Arial"/>
              </a:rPr>
              <a:t>A real developer still needs to check its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99051-FB72-4337-A9B9-BA1CC506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GitHub Blog — Copilot coding agent announcement</a:t>
            </a:r>
          </a:p>
        </p:txBody>
      </p:sp>
    </p:spTree>
    <p:extLst>
      <p:ext uri="{BB962C8B-B14F-4D97-AF65-F5344CB8AC3E}">
        <p14:creationId xmlns:p14="http://schemas.microsoft.com/office/powerpoint/2010/main" val="1602261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757C7-AFBD-45C5-AF73-BDE8692B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Benefits of AI coding assistants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15CE8-C7FB-4326-84BA-D90344B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Saving time with repetitive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43226-E8F8-4C97-B827-F0E3176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Explaining code and programming concepts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38341-3E18-426E-8DAF-60ECE45B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Suggesting fixes and creating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8ED13-577E-497B-AF81-56B6A2A4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Suggesting changes through pull requests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C152C-A26D-484C-A923-E163F49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research-notes.md — Benefits of AI Coding Assistants</a:t>
            </a:r>
          </a:p>
        </p:txBody>
      </p:sp>
    </p:spTree>
    <p:extLst>
      <p:ext uri="{BB962C8B-B14F-4D97-AF65-F5344CB8AC3E}">
        <p14:creationId xmlns:p14="http://schemas.microsoft.com/office/powerpoint/2010/main" val="367065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727EE-50AA-4873-9BD0-91E5087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Problems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16FB4-187B-42AE-9E32-22BF31D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Code that looks correct but doesn't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EACFA-59FC-464D-A6D7-6A84B57D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Security problems and inaccurate explanations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67825-F1EE-4805-9183-553767E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Relying too much on AI instead of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ECEF6-BF61-419B-A3B5-D0F9C7FF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C5B8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5B8FF"/>
                </a:solidFill>
                <a:latin typeface="Arial"/>
                <a:ea typeface="Arial"/>
                <a:cs typeface="Arial"/>
              </a:rPr>
              <a:t>Read, understand, and test AI-generated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8089F-14BA-4DE7-AD52-C20C4D06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ED0"/>
                </a:solidFill>
                <a:latin typeface="Arial"/>
                <a:ea typeface="Arial"/>
                <a:cs typeface="Arial"/>
              </a:rPr>
              <a:t>research-notes.md — Problems and Risks</a:t>
            </a:r>
          </a:p>
        </p:txBody>
      </p:sp>
    </p:spTree>
    <p:extLst>
      <p:ext uri="{BB962C8B-B14F-4D97-AF65-F5344CB8AC3E}">
        <p14:creationId xmlns:p14="http://schemas.microsoft.com/office/powerpoint/2010/main" val="1502953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D00D7-5D9F-4577-9546-D67EACF7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What developers think about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D2559-6547-417E-BE60-063B374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6245B3"/>
                </a:solidFill>
                <a:latin typeface="Arial"/>
                <a:ea typeface="Arial"/>
                <a:cs typeface="Arial"/>
              </a:rPr>
              <a:t>84%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4525B-4D37-4775-951D-07BC52D7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Use AI tools or plan to use them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6A4CC-E753-4EDE-979B-EEC3AC40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defPPr>
            <a:lvl1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1pPr>
            <a:lvl2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2pPr>
            <a:lvl3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3pPr>
            <a:lvl4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4pPr>
            <a:lvl5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5pPr>
            <a:lvl6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6pPr>
            <a:lvl7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7pPr>
            <a:lvl8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8pPr>
            <a:lvl9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100" b="1">
                <a:solidFill>
                  <a:srgbClr val="6245B3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6245B3"/>
                </a:solidFill>
                <a:latin typeface="Arial"/>
                <a:ea typeface="Arial"/>
                <a:cs typeface="Arial"/>
              </a:rPr>
              <a:t>46%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622A4-C960-40E2-9AD5-49961B5C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2032"/>
                </a:solidFill>
                <a:latin typeface="Arial"/>
                <a:ea typeface="Arial"/>
                <a:cs typeface="Arial"/>
              </a:rPr>
              <a:t>Distrust the accuracy of AI-generated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8BB9D-85A6-43A0-8279-978031AF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Many developers are interested in AI, but still have concerns about reliability.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E3A85-20FA-47C3-9DA4-95956DCB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Stack Overflow Developer Survey 2025 — respondents</a:t>
            </a:r>
          </a:p>
        </p:txBody>
      </p:sp>
    </p:spTree>
    <p:extLst>
      <p:ext uri="{BB962C8B-B14F-4D97-AF65-F5344CB8AC3E}">
        <p14:creationId xmlns:p14="http://schemas.microsoft.com/office/powerpoint/2010/main" val="480330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9C14C-63D9-4D82-96F7-462E03EE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The developer is still responsible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F99E7-46B7-476B-9628-756616D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AI is a helpful tool, but the person using it is still responsible for the final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AFE73-5967-4EFB-9C8C-CD642487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5B8FF"/>
                </a:solidFill>
                <a:latin typeface="Arial"/>
                <a:ea typeface="Arial"/>
                <a:cs typeface="Arial"/>
              </a:rPr>
              <a:t>Understand what the code does.</a:t>
            </a:r>
          </a:p>
          <a:p xmlns:a="http://schemas.openxmlformats.org/drawingml/2006/main">
            <a:pPr>
              <a:defRPr sz="2250" b="0">
                <a:solidFill>
                  <a:srgbClr val="C5B8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5B8FF"/>
                </a:solidFill>
                <a:latin typeface="Arial"/>
                <a:ea typeface="Arial"/>
                <a:cs typeface="Arial"/>
              </a:rPr>
              <a:t>Make sure it works correctly.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115D-34F0-48AA-994C-FB547B45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5B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ED0"/>
                </a:solidFill>
                <a:latin typeface="Arial"/>
                <a:ea typeface="Arial"/>
                <a:cs typeface="Arial"/>
              </a:rPr>
              <a:t>research-notes.md — Conclusion</a:t>
            </a:r>
          </a:p>
        </p:txBody>
      </p:sp>
    </p:spTree>
    <p:extLst>
      <p:ext uri="{BB962C8B-B14F-4D97-AF65-F5344CB8AC3E}">
        <p14:creationId xmlns:p14="http://schemas.microsoft.com/office/powerpoint/2010/main" val="738262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61A4C-D845-4534-85BD-5D9DCE6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F2A58-CEDB-4242-8F06-0BFA64CF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GitHub Blog</a:t>
            </a:r>
          </a:p>
          <a:p xmlns:a="http://schemas.openxmlformats.org/drawingml/2006/main">
            <a:pPr>
              <a:defRPr sz="217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GitHub Copilot: Meet the new coding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5C551-BB82-47B3-9880-22CFA68B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https://github.blog/news-insights/product-news/github-copilot-meet-the-new-coding-agent/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B548B-C851-4571-ADED-EFBDCA96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Stack Overflow Developer Survey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BA23F-ED56-4457-941E-F2997724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https://survey.stackoverflow.co/2025/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22877-7CEE-479A-90C4-97FBA1DE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0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032"/>
                </a:solidFill>
                <a:latin typeface="Arial"/>
                <a:ea typeface="Arial"/>
                <a:cs typeface="Arial"/>
              </a:rPr>
              <a:t>GitHub Copilot Documentation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7A9D0-BDE8-4E9E-8EED-D884D2F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78"/>
                </a:solidFill>
                <a:latin typeface="Arial"/>
                <a:ea typeface="Arial"/>
                <a:cs typeface="Arial"/>
              </a:rPr>
              <a:t>https://docs.github.com/en/copilot/</a:t>
            </a:r>
          </a:p>
        </p:txBody>
      </p:sp>
    </p:spTree>
    <p:extLst>
      <p:ext uri="{BB962C8B-B14F-4D97-AF65-F5344CB8AC3E}">
        <p14:creationId xmlns:p14="http://schemas.microsoft.com/office/powerpoint/2010/main" val="1664725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2026-10-21T16:24:22.5710000Z</dcterms:created>
  <dcterms:modified xsi:type="dcterms:W3CDTF">2026-10-21T16:24:22.5710000Z</dcterms:modified>
</coreProperties>
</file>